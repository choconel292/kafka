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2" r:id="rId6"/>
    <p:sldId id="263" r:id="rId7"/>
    <p:sldId id="259" r:id="rId8"/>
    <p:sldId id="258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1CEF-99CE-2FCC-BD89-F308F62A4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4B817-CC31-3CA6-D2D2-872D42F0C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CF11F-F607-44E4-BBE5-7A7004D5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1E52B-473C-C084-C6CF-6F8E6403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AE71-1E44-BDD4-DEB3-206DA819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680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0B51-6B72-3236-29D1-29107BF7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9A0A3-B6EA-F3DA-65C6-15B986159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F6AAE-7749-69CB-EFD0-A37D9310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1EC4A-EBB2-197C-8447-2A8D32F3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04DB-D1AE-6184-21C6-C8A425ED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507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2B6-552C-49CE-416D-C02E32A2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811C8-E3E4-1D53-C6F5-4F703BE6D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B721B-D8EC-672D-316E-840452D2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40A53-D1E1-F624-C36D-75BD00E1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0DAFB-41EC-8EA9-27B3-9C5DBA28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9726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DE95-D6BF-32C9-B78A-95792B4D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17834-D6D4-1F70-61D6-97DFEE330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E18EE-6BCB-E951-700E-64C6461EC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721B-5F16-FDE0-095A-8F91B521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2F8EB-9196-F85A-6B2E-75338EB6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0E7F3-5597-ADE3-8EFD-4EAFC7C9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4139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84FB-1B5C-2A29-660D-F4EB0629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25100-12AE-4642-B015-968038705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028EF-5836-DD1F-8C02-38EE889E3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50E86-3724-E5F9-A56C-88BA160E4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20178-1468-1645-4946-6CE266A93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85ED88-0EA7-F09D-7396-9BF18773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7C3CBA-6AAC-F198-06C1-0AF3272F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15F13F-A8B5-A7C2-A2E7-81B60B78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325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5174-9697-46C5-E344-D9EEE8B8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3DD94-9E5B-EF6D-604B-EAE7E9AC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68C67-550B-DB22-B789-DC6E6190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15E6E-C315-9A46-4AA0-E29E39FE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256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EA7B2-C268-6EE5-B884-7E75B58A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BF95B-5B21-7DEE-3956-720EAAAC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15C63-62A5-69C7-ABC3-163E012D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580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001B-4FFA-AF87-EDF7-FAC604537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E13E4-3B45-D352-1350-D7D59C49E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55607-E66E-2A7C-BA6F-586AA6778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A7E7E-6AEC-790C-AC16-E504FD0A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A7FE7-993F-C376-7D52-0537905B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C3203-BF80-57C5-4BF7-F54DA5B2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179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4B85-7FD8-3818-1987-AD1B406B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DE4B1C-8CF4-F49F-92CB-209DCB4F6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A2D1A-0667-8828-31FC-81DEE715A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95F6E-01BB-419E-75D2-CBAEEFC47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C30C2-31C1-2B0D-49D8-E705DA68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F2641-F174-CCED-1001-38152303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273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A136-7DEF-09DF-704F-9CDD3629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483A4-F9ED-D29B-6993-F4EFD4F2D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18D3F-8B21-555E-44B5-7589C8D8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8671-4A96-0F8E-35AA-0946954D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8E869-07DF-FA95-7CC1-080234C4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436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E4AD5-9AE5-4311-B150-69D9FD58A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F9FCF-AD57-F1F3-62F2-E394BA1F4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67F33-419D-D846-76A9-11167A7F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348C1-7EF6-1B80-9961-5305EF8E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6052D-3FD6-2F04-487D-18A036B4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692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2F69F1-B11B-FADF-6E0E-E2CCF916B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C8693-0ECC-2930-EA2F-A25AC3308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F4100-4D72-EE63-99DC-C54DF0E0E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89C25-9727-450A-B449-430CB55C2595}" type="datetimeFigureOut">
              <a:rPr lang="en-PH" smtClean="0"/>
              <a:t>14/01/2026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80614-FD72-906A-ED69-57FA34343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66658-2D0F-2759-8CE0-21260F30B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3E9ED-07BE-4124-A7CD-2B8EEBBE23E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606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E23E-82E3-B9CB-35B1-26404EEE64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Essential Kafka CLI Commands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5D1F3-867B-DFC5-ED69-BEE715066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970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7E1A-4305-EC93-6E89-07CA8893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Run and Pull(download) Apache Kafka image from Docker hub.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DE4C-A7FE-D499-61B9-FC9122868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b="1" dirty="0"/>
              <a:t>docker run -d --name </a:t>
            </a:r>
            <a:r>
              <a:rPr lang="en-PH" b="1" dirty="0" err="1">
                <a:solidFill>
                  <a:schemeClr val="accent2">
                    <a:lumMod val="75000"/>
                  </a:schemeClr>
                </a:solidFill>
              </a:rPr>
              <a:t>kafka</a:t>
            </a:r>
            <a:r>
              <a:rPr lang="en-PH" b="1" dirty="0">
                <a:solidFill>
                  <a:schemeClr val="accent2">
                    <a:lumMod val="75000"/>
                  </a:schemeClr>
                </a:solidFill>
              </a:rPr>
              <a:t>-broker</a:t>
            </a:r>
            <a:r>
              <a:rPr lang="en-PH" b="1" dirty="0"/>
              <a:t> </a:t>
            </a:r>
            <a:r>
              <a:rPr lang="en-PH" b="1" dirty="0" err="1"/>
              <a:t>apache</a:t>
            </a:r>
            <a:r>
              <a:rPr lang="en-PH" b="1" dirty="0"/>
              <a:t>/</a:t>
            </a:r>
            <a:r>
              <a:rPr lang="en-PH" b="1" dirty="0" err="1"/>
              <a:t>kafka:latest</a:t>
            </a:r>
            <a:endParaRPr lang="en-PH" b="1" dirty="0"/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endParaRPr lang="en-PH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86BF1-FF97-0B47-5604-BBA2AC9B1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80" y="3166907"/>
            <a:ext cx="9266723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6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C3A5-9579-0F39-D60E-5D7D0FEB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Image view from </a:t>
            </a:r>
            <a:r>
              <a:rPr lang="en-PH" dirty="0" err="1"/>
              <a:t>dockeer</a:t>
            </a:r>
            <a:r>
              <a:rPr lang="en-PH" dirty="0"/>
              <a:t> desktop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2F67E3-D0C8-F1C9-086B-7323B2F35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069" y="1825625"/>
            <a:ext cx="80838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8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1741-F605-D2E2-E3B3-E25047D6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Container view from docker </a:t>
            </a:r>
            <a:r>
              <a:rPr lang="en-PH" dirty="0" err="1"/>
              <a:t>ddesktop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19901-78AE-BE1E-4215-172B71EE8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54221-32A3-A3A0-A122-6DDD64BC5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24" y="2915113"/>
            <a:ext cx="9789994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0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D7AB-C1C8-C7B0-5D0C-06406551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Container 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B73603-F253-987B-E10B-D47ECBE84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873" y="1825625"/>
            <a:ext cx="83202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9133A-2638-213F-DF87-18CEA43E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The Exec shell and Kafka bin folder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1321A3-5ABD-54A7-526C-D014DF8D4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5684" y="1825625"/>
            <a:ext cx="82406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7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010C-2CFD-A93D-747E-8BD547F5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Open a shell inside the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04882-3275-6412-68DF-6C8F9E956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b="1" dirty="0"/>
              <a:t>docker exec --</a:t>
            </a:r>
            <a:r>
              <a:rPr lang="en-PH" b="1" dirty="0" err="1"/>
              <a:t>workdir</a:t>
            </a:r>
            <a:r>
              <a:rPr lang="en-PH" b="1" dirty="0"/>
              <a:t> </a:t>
            </a:r>
            <a:r>
              <a:rPr lang="en-PH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/opt/</a:t>
            </a:r>
            <a:r>
              <a:rPr lang="en-PH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kafka</a:t>
            </a:r>
            <a:r>
              <a:rPr lang="en-PH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/bin/</a:t>
            </a:r>
            <a:r>
              <a:rPr lang="en-PH" b="1" dirty="0"/>
              <a:t> -it </a:t>
            </a:r>
            <a:r>
              <a:rPr lang="en-PH" b="1" dirty="0" err="1">
                <a:solidFill>
                  <a:schemeClr val="accent2">
                    <a:lumMod val="75000"/>
                  </a:schemeClr>
                </a:solidFill>
              </a:rPr>
              <a:t>kafka</a:t>
            </a:r>
            <a:r>
              <a:rPr lang="en-PH" b="1" dirty="0">
                <a:solidFill>
                  <a:schemeClr val="accent2">
                    <a:lumMod val="75000"/>
                  </a:schemeClr>
                </a:solidFill>
              </a:rPr>
              <a:t>-broker</a:t>
            </a:r>
            <a:r>
              <a:rPr lang="en-PH" b="1" dirty="0"/>
              <a:t> </a:t>
            </a:r>
            <a:r>
              <a:rPr lang="en-PH" b="1" dirty="0" err="1"/>
              <a:t>sh</a:t>
            </a:r>
            <a:endParaRPr lang="en-PH" b="1" dirty="0"/>
          </a:p>
          <a:p>
            <a:pPr marL="0" indent="0">
              <a:buNone/>
            </a:pPr>
            <a:endParaRPr lang="en-PH" b="1" dirty="0"/>
          </a:p>
          <a:p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8ABD9-ED04-5A60-06DF-8AB9674A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79" y="2857153"/>
            <a:ext cx="9243861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6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D82E-DCE9-1B76-0BDF-AA4581A5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topic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328F7-5D2B-D370-4D6D-97AB50F2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./kafka-topics.sh --bootstrap-server localhost:9092 --create --topic </a:t>
            </a:r>
            <a:r>
              <a:rPr lang="en-PH" dirty="0" err="1"/>
              <a:t>javaguides</a:t>
            </a:r>
            <a:endParaRPr lang="en-PH" dirty="0"/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335C0-8C06-F78C-C248-90803CB9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90" y="3154656"/>
            <a:ext cx="9228620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4F28-C230-6B08-F31A-DF712A0B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Publish message to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839F5-E46D-E25E-7C8A-400A976E1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./kafka-console-producer.sh --bootstrap-server localhost:9092 --topic </a:t>
            </a:r>
            <a:r>
              <a:rPr lang="en-PH" dirty="0" err="1"/>
              <a:t>javaguides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6623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EBF7A-DCE4-7504-A212-54F85E2B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Consume the messages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14C5-D241-33CE-8E51-FB78C5B15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./kafka-console-consumer.sh --bootstrap-server localhost:9092 --topic </a:t>
            </a:r>
            <a:r>
              <a:rPr lang="en-PH" dirty="0" err="1"/>
              <a:t>javaguides</a:t>
            </a:r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3508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2AEF-79C7-44CA-A669-0F63097C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Exercise in messaging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B34E-17AF-6379-C78B-3D97200BD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PH" dirty="0"/>
              <a:t>The project in main.zip contains the following modules </a:t>
            </a:r>
          </a:p>
          <a:p>
            <a:pPr marL="0" indent="0">
              <a:buNone/>
            </a:pPr>
            <a:r>
              <a:rPr lang="en-PH" b="1" dirty="0"/>
              <a:t>Producer </a:t>
            </a:r>
            <a:r>
              <a:rPr lang="en-PH" dirty="0"/>
              <a:t>– spring-boot microservice that waits for HTTP requests to send an order.  Orders received are serialized and sent to Kafka topic </a:t>
            </a:r>
          </a:p>
          <a:p>
            <a:endParaRPr lang="en-PH" dirty="0"/>
          </a:p>
          <a:p>
            <a:r>
              <a:rPr lang="en-PH" b="1" dirty="0"/>
              <a:t>Consumer</a:t>
            </a:r>
            <a:r>
              <a:rPr lang="en-PH" dirty="0"/>
              <a:t> -  A service that subscribe to a topic from Kafka. Messages received are logged to show they are actually received. </a:t>
            </a:r>
          </a:p>
          <a:p>
            <a:endParaRPr lang="en-PH" dirty="0"/>
          </a:p>
          <a:p>
            <a:r>
              <a:rPr lang="en-PH" b="1" dirty="0" err="1"/>
              <a:t>Pssdata</a:t>
            </a:r>
            <a:r>
              <a:rPr lang="en-PH" b="1" dirty="0"/>
              <a:t> </a:t>
            </a:r>
            <a:r>
              <a:rPr lang="en-PH" dirty="0"/>
              <a:t>-  contain the message model class definition that is shared by the producer and the consumer to ensure consistency in interpreting the payload. </a:t>
            </a:r>
          </a:p>
          <a:p>
            <a:endParaRPr lang="en-PH" dirty="0"/>
          </a:p>
          <a:p>
            <a:r>
              <a:rPr lang="en-PH" dirty="0"/>
              <a:t>Provision a Kafka container in docker to serve as the messaging system.</a:t>
            </a:r>
          </a:p>
          <a:p>
            <a:endParaRPr lang="en-PH" dirty="0"/>
          </a:p>
          <a:p>
            <a:r>
              <a:rPr lang="en-PH" dirty="0"/>
              <a:t>Use </a:t>
            </a:r>
            <a:r>
              <a:rPr lang="en-PH" b="1" dirty="0"/>
              <a:t>Postman</a:t>
            </a:r>
            <a:r>
              <a:rPr lang="en-PH" dirty="0"/>
              <a:t> to send a message to the Producer which will then send the message to Kafka and consumed by the Consumer.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9064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7DB7-8D10-0526-2316-C3F6735C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28D01-9D24-592C-D20A-9A3518ADC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1. Modify the Order class to represent a real ecommerce order by adding the items ordered.</a:t>
            </a:r>
          </a:p>
          <a:p>
            <a:pPr marL="0" indent="0">
              <a:buNone/>
            </a:pPr>
            <a:r>
              <a:rPr lang="en-PH" dirty="0"/>
              <a:t>2. Modify the consumer module to store the order to the database</a:t>
            </a:r>
          </a:p>
          <a:p>
            <a:pPr marL="0" indent="0">
              <a:buNone/>
            </a:pPr>
            <a:r>
              <a:rPr lang="en-PH" dirty="0"/>
              <a:t>3. Create another consumer that updates the inventory by reducing the amount of stocks in the DB as a result of items being sold.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75618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6F80-A3B0-C2DC-3357-201CB402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32F2D0-1C61-980F-F12B-0F6C090EF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689" y="1825625"/>
            <a:ext cx="59006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4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259bc7a-ff0c-4140-aee5-da20f8bd5bf2}" enabled="1" method="Privileged" siteId="{c7e8b5ac-96c6-4123-a65a-793543aced4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297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Essential Kafka CLI Commands</vt:lpstr>
      <vt:lpstr>Run and Pull(download) Apache Kafka image from Docker hub.</vt:lpstr>
      <vt:lpstr>Image view from dockeer desktop</vt:lpstr>
      <vt:lpstr>Container view from docker ddesktop</vt:lpstr>
      <vt:lpstr>Container Details</vt:lpstr>
      <vt:lpstr>The Exec shell and Kafka bin folder</vt:lpstr>
      <vt:lpstr>Open a shell inside the container</vt:lpstr>
      <vt:lpstr>Create a topic</vt:lpstr>
      <vt:lpstr>Publish message to the topic</vt:lpstr>
      <vt:lpstr>Consume the messages </vt:lpstr>
      <vt:lpstr>Exercise in messaging</vt:lpstr>
      <vt:lpstr>Requirement</vt:lpstr>
      <vt:lpstr>Context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Leopoldo T. Gabriel</dc:creator>
  <cp:lastModifiedBy>Leopoldo T. Gabriel</cp:lastModifiedBy>
  <cp:revision>2</cp:revision>
  <dcterms:created xsi:type="dcterms:W3CDTF">2026-01-07T21:07:24Z</dcterms:created>
  <dcterms:modified xsi:type="dcterms:W3CDTF">2026-01-14T03:32:37Z</dcterms:modified>
</cp:coreProperties>
</file>